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88080" y="133200"/>
            <a:ext cx="6994800" cy="221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7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88080" y="2351880"/>
            <a:ext cx="6994800" cy="583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BAB1D7-F681-4305-A915-BC1EC137C5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88080" y="399960"/>
            <a:ext cx="6994800" cy="167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779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77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88080" y="2351880"/>
            <a:ext cx="6994800" cy="583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25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567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CA" sz="5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2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49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CA" sz="4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15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42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CA" sz="4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98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35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CA" sz="3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49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5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CA" sz="3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49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5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CA" sz="3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49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54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CA" sz="35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88080" y="9162000"/>
            <a:ext cx="18104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2657160" y="9162000"/>
            <a:ext cx="246348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5571360" y="9162000"/>
            <a:ext cx="18104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6810A59-D496-4D31-8F88-27D9F316F0D6}" type="slidenum"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21960"/>
            <a:ext cx="7772040" cy="1005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9" descr="headsh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743200"/>
            <a:ext cx="2743200" cy="34125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latin typeface="Times New Roman"/>
              </a:defRPr>
            </a:pPr>
            <a:r>
              <a:t>Hello from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Person's name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2026-01-25T22:22:35Z</dcterms:created>
  <dc:creator/>
  <dc:description/>
  <dc:language>en-CA</dc:language>
  <cp:lastModifiedBy/>
  <dcterms:modified xsi:type="dcterms:W3CDTF">2026-01-25T22:30:12Z</dcterms:modified>
  <cp:revision>2</cp:revision>
  <dc:subject/>
  <dc:title/>
</cp:coreProperties>
</file>