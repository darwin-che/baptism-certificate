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88080" y="926640"/>
            <a:ext cx="69944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C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388440" y="2353320"/>
            <a:ext cx="6994800" cy="583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CA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E32E24E-BA37-42C2-9CAA-606490FDCC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88080" y="1101960"/>
            <a:ext cx="69944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CA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CA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2657160" y="9162000"/>
            <a:ext cx="2463120" cy="69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5571360" y="9162000"/>
            <a:ext cx="1810080" cy="69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88D97E-F3A9-4F25-8B41-7B6818EBB184}" type="slidenum"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388080" y="9162000"/>
            <a:ext cx="1810080" cy="69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CA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2026-01-25T22:22:35Z</dcterms:created>
  <dc:creator/>
  <dc:description/>
  <dc:language>en-CA</dc:language>
  <cp:lastModifiedBy/>
  <dcterms:modified xsi:type="dcterms:W3CDTF">2026-01-31T17:50:14Z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